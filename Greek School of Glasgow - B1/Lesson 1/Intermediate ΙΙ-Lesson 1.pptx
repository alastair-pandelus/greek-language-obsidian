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1298" r:id="rId3"/>
    <p:sldId id="1538" r:id="rId4"/>
    <p:sldId id="1627" r:id="rId5"/>
    <p:sldId id="1629" r:id="rId6"/>
    <p:sldId id="1630" r:id="rId7"/>
    <p:sldId id="1489" r:id="rId8"/>
    <p:sldId id="1634" r:id="rId9"/>
    <p:sldId id="1636" r:id="rId10"/>
    <p:sldId id="163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9FF"/>
    <a:srgbClr val="DDE0FF"/>
    <a:srgbClr val="DBD9FF"/>
    <a:srgbClr val="CDDFFF"/>
    <a:srgbClr val="FDF2EE"/>
    <a:srgbClr val="FFE6E6"/>
    <a:srgbClr val="45ACC1"/>
    <a:srgbClr val="D3E9DE"/>
    <a:srgbClr val="B2E1D6"/>
    <a:srgbClr val="CFE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534"/>
  </p:normalViewPr>
  <p:slideViewPr>
    <p:cSldViewPr snapToGrid="0">
      <p:cViewPr varScale="1">
        <p:scale>
          <a:sx n="96" d="100"/>
          <a:sy n="96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8C1B1-4607-2543-9B85-D5793882F93F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C5D10-561F-8047-8D52-720E6FC93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19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7214-B756-B619-44D2-BA3C31B5A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C322F-74EE-04A5-02C1-A748EE280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94AE5-F8A4-DDCC-171D-473582D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1A120-F7E6-23B9-CC6C-6AC7318C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1ECA-1651-4822-49BB-33235F6E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8302-3530-0ECF-32DD-DDE85F99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B9F3-B9D4-19C5-E73C-D9A64A4B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B63E-E1D1-15A2-504F-9B05C7A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F1451-A170-79A2-9646-2F01D195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5AA27-1C6B-6DFF-3A29-75A0405C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3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0671-57AE-9DB0-AD7D-D137843D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CBF9C-8C3D-5195-E67F-A17020C12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FF00-951A-5D1C-85D2-3F15762F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0B0DF-55A8-E3C8-657C-13B8E89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526B0-752E-3FF4-EFB5-426F36FA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3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256C-CCEB-598C-CA95-05791846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16126-B495-1808-395C-8A6B59550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8500A-6965-37D1-4645-F1C945BAC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92512-F879-108B-AC7B-B02FC009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A2C4A-B2AA-C280-4ACE-011B7938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C7696-9F60-AB9B-7C18-8E33DB3A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0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1656-F182-A2C8-EC48-2C6422D0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08BFA-9847-2566-A5B2-DD194536F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02C8F-C2FA-19F6-077F-5AFC01D29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7047A-821D-C734-087A-7C26C7B59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9A637-D429-6A5F-85E6-4BD35756D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7F487-7AA2-3486-9C0B-33E38607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130AD-C7F6-5EF2-C155-5717786B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356D0-1A23-4D3D-36FF-C0B316DB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7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71A1-9FE0-DBB9-A2ED-3C8DD84D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DCDFE-7F73-6FDA-FFDB-734EA5C6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71765-760A-7958-E64A-B921462C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B8CED-D9D4-1F42-9D72-DE5282B1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2F6C2-9276-9244-49DA-8C339EEB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B3273-4534-6D2C-7493-009C17B5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0C8B-454B-A448-4A30-BDE5B9B7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2B63-558E-13C4-01ED-75D3DD78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0220-836C-098A-FD68-10AAFBBD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5CE04-A1F5-E106-7456-6BFB9AA7F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A0A9D-6058-650B-55FA-45EB9B47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04B92-66C1-5A1B-5A4A-0E6B7F48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94CF5-908B-A86B-E034-646FD746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2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F983-D5B8-949A-FCF3-5594BCE4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2E186-6508-C53D-68A3-AACFD4E44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20072-D2A8-5F66-7C43-79303B9BA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5BA55-ABD1-C935-8731-5DCF61BE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21563-FBD6-AA3E-2F40-6802E416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54F9-61C2-4DA0-D85E-CD30B6E4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2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665D-4935-9132-E1DB-9FEB45D7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F7865-3CEC-03FB-33C6-BD3040179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8467D-4AB3-FAFC-1066-849A5029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404E-0CC0-1886-A7BB-1283B90A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BCAE8-B351-02AF-9FF8-AD49B384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1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97C73-82D6-E537-1CF3-C801C8485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01A03-8772-5488-606D-1219B83DD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FD31E-8803-786A-48F9-DCB4BD50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8F99-9880-F038-A23A-FD846CB1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0B496-DDB7-A784-3A16-75DB8944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8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5B1D2-441A-DE94-C932-A5A5F4E0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81CED-C4FB-7E94-7551-FEB106D9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2AD74-D410-F41B-EB71-1F97B93C9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F8A5E-9BC1-CB48-AD20-11B3672664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56ABF-E30D-8D16-9FD4-C987BBC37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38D6-8FF2-6261-2046-8A3F73AC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5C8C-F4FB-0648-A2B2-182DE9DE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de/photo/547577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1EDE-7942-84E5-D15D-986E17020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280"/>
            <a:ext cx="9144000" cy="2387600"/>
          </a:xfrm>
        </p:spPr>
        <p:txBody>
          <a:bodyPr>
            <a:normAutofit/>
          </a:bodyPr>
          <a:lstStyle/>
          <a:p>
            <a:r>
              <a:rPr lang="el-GR" sz="6600" b="1" dirty="0">
                <a:solidFill>
                  <a:srgbClr val="7030A0"/>
                </a:solidFill>
              </a:rPr>
              <a:t>Μάθημα 1</a:t>
            </a:r>
            <a:br>
              <a:rPr lang="en-GB" sz="6600" b="1" dirty="0">
                <a:solidFill>
                  <a:srgbClr val="7030A0"/>
                </a:solidFill>
              </a:rPr>
            </a:br>
            <a:r>
              <a:rPr lang="el-GR" sz="6600" b="1" dirty="0">
                <a:solidFill>
                  <a:srgbClr val="7030A0"/>
                </a:solidFill>
              </a:rPr>
              <a:t>Γεια σ</a:t>
            </a:r>
            <a:r>
              <a:rPr lang="en-GB" sz="6600" b="1" dirty="0">
                <a:solidFill>
                  <a:srgbClr val="7030A0"/>
                </a:solidFill>
              </a:rPr>
              <a:t>α</a:t>
            </a:r>
            <a:r>
              <a:rPr lang="el-GR" sz="6600" b="1" dirty="0">
                <a:solidFill>
                  <a:srgbClr val="7030A0"/>
                </a:solidFill>
              </a:rPr>
              <a:t>ς!</a:t>
            </a:r>
            <a:endParaRPr lang="en-US" sz="6600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24B3A-3822-CE33-7572-3F34FB41B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7078"/>
            <a:ext cx="9144000" cy="1655762"/>
          </a:xfrm>
        </p:spPr>
        <p:txBody>
          <a:bodyPr>
            <a:normAutofit/>
          </a:bodyPr>
          <a:lstStyle/>
          <a:p>
            <a:endParaRPr lang="el-GR" sz="2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l-GR" sz="2800" dirty="0">
                <a:solidFill>
                  <a:srgbClr val="7030A0"/>
                </a:solidFill>
              </a:rPr>
              <a:t>Μαζί θα μάθουμε ελληνικά!</a:t>
            </a:r>
          </a:p>
          <a:p>
            <a:endParaRPr lang="el-GR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2" descr="Παγκόσμια Ημέρας της Ελληνικής Γλώσσας - Όλος ο κόσμος μιλά Ελληνικά  (Βίντεο)">
            <a:extLst>
              <a:ext uri="{FF2B5EF4-FFF2-40B4-BE49-F238E27FC236}">
                <a16:creationId xmlns:a16="http://schemas.microsoft.com/office/drawing/2014/main" id="{00A4644E-23DE-A395-52A9-A1B99C10E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276" y="174259"/>
            <a:ext cx="3597534" cy="197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96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E88C-A130-52BD-4A04-73A4CED4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Comic Sans MS" panose="030F0902030302020204" pitchFamily="66" charset="0"/>
              </a:rPr>
              <a:t>Welcome to our Intermediate II class!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6587-8455-71EA-44AA-45398C0E2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Comic Sans MS" panose="030F0902030302020204" pitchFamily="66" charset="0"/>
              </a:rPr>
              <a:t>Tuesday 7:30-9:00pm </a:t>
            </a:r>
          </a:p>
          <a:p>
            <a:endParaRPr lang="en-US" sz="3600" dirty="0">
              <a:solidFill>
                <a:srgbClr val="7030A0"/>
              </a:solidFill>
              <a:latin typeface="Comic Sans MS" panose="030F0902030302020204" pitchFamily="66" charset="0"/>
            </a:endParaRPr>
          </a:p>
          <a:p>
            <a:r>
              <a:rPr lang="en-US" sz="3600" dirty="0">
                <a:solidFill>
                  <a:srgbClr val="7030A0"/>
                </a:solidFill>
                <a:latin typeface="Comic Sans MS" panose="030F0902030302020204" pitchFamily="66" charset="0"/>
              </a:rPr>
              <a:t>Eleanna Damigou</a:t>
            </a:r>
          </a:p>
          <a:p>
            <a:r>
              <a:rPr lang="en-US" sz="3600" dirty="0" err="1">
                <a:solidFill>
                  <a:srgbClr val="7030A0"/>
                </a:solidFill>
                <a:latin typeface="Comic Sans MS" panose="030F0902030302020204" pitchFamily="66" charset="0"/>
              </a:rPr>
              <a:t>eleanna.damigou@greekschoolofglasgow.com</a:t>
            </a:r>
            <a:endParaRPr lang="en-US" sz="3600" dirty="0">
              <a:solidFill>
                <a:srgbClr val="7030A0"/>
              </a:solidFill>
              <a:latin typeface="Comic Sans MS" panose="030F0902030302020204" pitchFamily="66" charset="0"/>
            </a:endParaRPr>
          </a:p>
        </p:txBody>
      </p:sp>
      <p:pic>
        <p:nvPicPr>
          <p:cNvPr id="5" name="Picture 4" descr="A welcome sign and some markers&#10;&#10;Description automatically generated">
            <a:extLst>
              <a:ext uri="{FF2B5EF4-FFF2-40B4-BE49-F238E27FC236}">
                <a16:creationId xmlns:a16="http://schemas.microsoft.com/office/drawing/2014/main" id="{AEFDFF82-DDB9-809D-21C2-96111B29F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83757" y="4259816"/>
            <a:ext cx="2630557" cy="2451927"/>
          </a:xfrm>
          <a:prstGeom prst="rect">
            <a:avLst/>
          </a:prstGeom>
          <a:scene3d>
            <a:camera prst="orthographicFront">
              <a:rot lat="0" lon="21300000" rev="0"/>
            </a:camera>
            <a:lightRig rig="chilly" dir="t"/>
          </a:scene3d>
          <a:sp3d prstMaterial="matte">
            <a:bevelT w="127000" h="127000" prst="angle"/>
            <a:bevelB w="165100" prst="coolSlant"/>
          </a:sp3d>
        </p:spPr>
      </p:pic>
    </p:spTree>
    <p:extLst>
      <p:ext uri="{BB962C8B-B14F-4D97-AF65-F5344CB8AC3E}">
        <p14:creationId xmlns:p14="http://schemas.microsoft.com/office/powerpoint/2010/main" val="284557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29E4-1E8D-576A-94B5-9E02E09C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l-GR" b="1" dirty="0" err="1">
                <a:solidFill>
                  <a:srgbClr val="7030A0"/>
                </a:solidFill>
                <a:latin typeface="Comic Sans MS" panose="030F0902030302020204" pitchFamily="66" charset="0"/>
              </a:rPr>
              <a:t>Στ</a:t>
            </a:r>
            <a:r>
              <a:rPr lang="en-US" b="1" dirty="0" err="1">
                <a:solidFill>
                  <a:srgbClr val="7030A0"/>
                </a:solidFill>
                <a:latin typeface="Comic Sans MS" panose="030F0902030302020204" pitchFamily="66" charset="0"/>
              </a:rPr>
              <a:t>ό</a:t>
            </a:r>
            <a:r>
              <a:rPr lang="el-GR" b="1" dirty="0" err="1">
                <a:solidFill>
                  <a:srgbClr val="7030A0"/>
                </a:solidFill>
                <a:latin typeface="Comic Sans MS" panose="030F0902030302020204" pitchFamily="66" charset="0"/>
              </a:rPr>
              <a:t>χοι</a:t>
            </a:r>
            <a:r>
              <a:rPr lang="en-GB" b="1" dirty="0">
                <a:solidFill>
                  <a:srgbClr val="7030A0"/>
                </a:solidFill>
                <a:latin typeface="Comic Sans MS" panose="030F0902030302020204" pitchFamily="66" charset="0"/>
              </a:rPr>
              <a:t>:</a:t>
            </a:r>
            <a:endParaRPr lang="en-US" b="1" dirty="0">
              <a:solidFill>
                <a:srgbClr val="7030A0"/>
              </a:solidFill>
              <a:latin typeface="Comic Sans MS" panose="030F09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AE104-C173-1B13-20AA-E951AF62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95" y="1690688"/>
            <a:ext cx="7982779" cy="462645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ü"/>
            </a:pPr>
            <a:r>
              <a:rPr lang="en-US" dirty="0">
                <a:latin typeface="Comic Sans MS" panose="030F0902030302020204" pitchFamily="66" charset="0"/>
              </a:rPr>
              <a:t>To discuss our goals of the year.</a:t>
            </a:r>
          </a:p>
          <a:p>
            <a:pPr>
              <a:buFont typeface="Wingdings" pitchFamily="2" charset="2"/>
              <a:buChar char="ü"/>
            </a:pPr>
            <a:endParaRPr lang="en-US" dirty="0">
              <a:latin typeface="Comic Sans MS" panose="030F0902030302020204" pitchFamily="66" charset="0"/>
            </a:endParaRPr>
          </a:p>
          <a:p>
            <a:pPr>
              <a:buFont typeface="Wingdings" pitchFamily="2" charset="2"/>
              <a:buChar char="ü"/>
            </a:pPr>
            <a:r>
              <a:rPr lang="en-GB" dirty="0">
                <a:latin typeface="Comic Sans MS" panose="030F0902030302020204" pitchFamily="66" charset="0"/>
              </a:rPr>
              <a:t>To revise through discussing/asking and answering questions.</a:t>
            </a:r>
          </a:p>
          <a:p>
            <a:pPr>
              <a:buFont typeface="Wingdings" pitchFamily="2" charset="2"/>
              <a:buChar char="ü"/>
            </a:pPr>
            <a:endParaRPr lang="en-GB" dirty="0">
              <a:latin typeface="Comic Sans MS" panose="030F0902030302020204" pitchFamily="66" charset="0"/>
            </a:endParaRPr>
          </a:p>
          <a:p>
            <a:pPr>
              <a:buFont typeface="Wingdings" pitchFamily="2" charset="2"/>
              <a:buChar char="ü"/>
            </a:pPr>
            <a:r>
              <a:rPr lang="en-GB" dirty="0">
                <a:latin typeface="Comic Sans MS" panose="030F0902030302020204" pitchFamily="66" charset="0"/>
              </a:rPr>
              <a:t>To start Unit 1 and be introduced to new vocabulary about character etc. </a:t>
            </a:r>
          </a:p>
          <a:p>
            <a:pPr>
              <a:buFont typeface="Wingdings" pitchFamily="2" charset="2"/>
              <a:buChar char="ü"/>
            </a:pPr>
            <a:endParaRPr lang="en-GB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latin typeface="Comic Sans MS" panose="030F0902030302020204" pitchFamily="66" charset="0"/>
              </a:rPr>
              <a:t>    </a:t>
            </a:r>
            <a:r>
              <a:rPr lang="el-GR" b="1" dirty="0">
                <a:solidFill>
                  <a:srgbClr val="7030A0"/>
                </a:solidFill>
                <a:latin typeface="Comic Sans MS" panose="030F0902030302020204" pitchFamily="66" charset="0"/>
              </a:rPr>
              <a:t>Επιτυχία</a:t>
            </a:r>
            <a:r>
              <a:rPr lang="en-GB" b="1" dirty="0">
                <a:solidFill>
                  <a:srgbClr val="7030A0"/>
                </a:solidFill>
                <a:latin typeface="Comic Sans MS" panose="030F0902030302020204" pitchFamily="66" charset="0"/>
              </a:rPr>
              <a:t>:</a:t>
            </a:r>
            <a:endParaRPr lang="en-GB" dirty="0">
              <a:latin typeface="Comic Sans MS" panose="030F0902030302020204" pitchFamily="66" charset="0"/>
            </a:endParaRPr>
          </a:p>
          <a:p>
            <a:pPr>
              <a:buFont typeface="Wingdings" pitchFamily="2" charset="2"/>
              <a:buChar char="ü"/>
            </a:pPr>
            <a:r>
              <a:rPr lang="en-GB" dirty="0">
                <a:latin typeface="Comic Sans MS" panose="030F0902030302020204" pitchFamily="66" charset="0"/>
              </a:rPr>
              <a:t>To feel confident using a few words to describe someone’s character.</a:t>
            </a:r>
          </a:p>
          <a:p>
            <a:pPr>
              <a:buFont typeface="Wingdings" pitchFamily="2" charset="2"/>
              <a:buChar char="ü"/>
            </a:pPr>
            <a:r>
              <a:rPr lang="en-GB" dirty="0">
                <a:latin typeface="Comic Sans MS" panose="030F0902030302020204" pitchFamily="66" charset="0"/>
              </a:rPr>
              <a:t>To note down some new words and try to know them for next time.</a:t>
            </a:r>
            <a:endParaRPr lang="en-US" dirty="0">
              <a:latin typeface="Comic Sans MS" panose="030F09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0B4AE-A16E-11E1-CBC5-6C65400D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744" y="0"/>
            <a:ext cx="2891505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3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8815-C9E4-7C66-3A01-C9685407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10720-BE7A-33F0-A663-21A7F5D6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570B4-5984-4A0A-B1FD-69EE0E3A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843" y="0"/>
            <a:ext cx="5780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5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B32B-74C1-530C-ED28-AF41D156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6940-A815-3D8D-0FC1-98FF40706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B4806-5FF7-BF04-BD5D-A0BFEA5E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0489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CD653-FF67-928C-4F0B-BE44BF8F3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045" y="681037"/>
            <a:ext cx="30226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1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0A84-0C63-4818-AAB0-2AFF9EA6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0A177-AE5A-156B-64E5-0FB576314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04BE2C-88A4-9811-C1C8-1B41EE72A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30" y="0"/>
            <a:ext cx="440046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E861D3-B9AA-868F-A14F-3837CF74C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22" y="-1"/>
            <a:ext cx="3545508" cy="680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03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8513-7D21-2805-549F-A20F48D1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Comic Sans MS" panose="030F0902030302020204" pitchFamily="66" charset="0"/>
              </a:rPr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4DAD-E126-5A9A-3584-E43A8B75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1. Complete the activities on the next slides.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74D663-8D8E-FD98-BACA-3CEFDDE67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021" y="3363077"/>
            <a:ext cx="3452060" cy="259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27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3D5C-C932-A174-C82E-A4A0C713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rgbClr val="7030A0"/>
                </a:solidFill>
              </a:rPr>
              <a:t>Σελίδα 27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2A71D-859D-F680-1FC6-3449A25DC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54357" cy="4351338"/>
          </a:xfrm>
        </p:spPr>
        <p:txBody>
          <a:bodyPr/>
          <a:lstStyle/>
          <a:p>
            <a:r>
              <a:rPr lang="el-GR" dirty="0"/>
              <a:t>Ταίριαξε περιγραφές με εικόνες/</a:t>
            </a:r>
            <a:endParaRPr lang="en-US" dirty="0"/>
          </a:p>
          <a:p>
            <a:endParaRPr lang="en-US" dirty="0"/>
          </a:p>
          <a:p>
            <a:r>
              <a:rPr lang="en-US" dirty="0"/>
              <a:t>Match descriptions with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037B2-5F82-33B3-CED5-F5A8BD97E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99227"/>
            <a:ext cx="7772400" cy="609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4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47EC-3CA7-55C0-9F73-C90DADAF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rgbClr val="7030A0"/>
                </a:solidFill>
              </a:rPr>
              <a:t>Σελίδα 25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F93F2-92A1-9803-B5FF-7D799E691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94652" cy="4351338"/>
          </a:xfrm>
        </p:spPr>
        <p:txBody>
          <a:bodyPr/>
          <a:lstStyle/>
          <a:p>
            <a:r>
              <a:rPr lang="el-GR" dirty="0"/>
              <a:t>Συμπλήρωσε τον πίνακα και μετά διάλεξε τουλάχιστον 5 λέξεις και φτιάξε προτάσεις.</a:t>
            </a:r>
          </a:p>
          <a:p>
            <a:r>
              <a:rPr lang="en-US" dirty="0"/>
              <a:t>Complete the table on page 25 and then pick at least 5 words and create sentences.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E98A3-2397-75FE-F410-3A295450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622" y="0"/>
            <a:ext cx="7122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21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6D2F-8960-08F7-6F05-FD0CA6BA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rgbClr val="7030A0"/>
                </a:solidFill>
              </a:rPr>
              <a:t>Σελίδα 26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BE069-E8D3-7C86-CBDF-0C76832E8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4530" cy="4351338"/>
          </a:xfrm>
        </p:spPr>
        <p:txBody>
          <a:bodyPr/>
          <a:lstStyle/>
          <a:p>
            <a:r>
              <a:rPr lang="el-GR" dirty="0"/>
              <a:t>Συμπλήρωσε με την κατάλληλη λέξη από τον παραπάνω πίνακα.</a:t>
            </a:r>
          </a:p>
          <a:p>
            <a:endParaRPr lang="el-GR" dirty="0"/>
          </a:p>
          <a:p>
            <a:r>
              <a:rPr lang="en-GB" dirty="0"/>
              <a:t>Complete the gaps using the right form of the words you found on the table above.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0A1C8-D2EF-5738-36F7-0D7D046E8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34" y="0"/>
            <a:ext cx="6529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5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73254</TotalTime>
  <Words>180</Words>
  <Application>Microsoft Macintosh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Wingdings</vt:lpstr>
      <vt:lpstr>Office Theme</vt:lpstr>
      <vt:lpstr>Μάθημα 1 Γεια σας!</vt:lpstr>
      <vt:lpstr>Welcome to our Intermediate II class!</vt:lpstr>
      <vt:lpstr>Στόχοι:</vt:lpstr>
      <vt:lpstr>PowerPoint Presentation</vt:lpstr>
      <vt:lpstr>PowerPoint Presentation</vt:lpstr>
      <vt:lpstr>PowerPoint Presentation</vt:lpstr>
      <vt:lpstr>Homework </vt:lpstr>
      <vt:lpstr>Σελίδα 27</vt:lpstr>
      <vt:lpstr>Σελίδα 25</vt:lpstr>
      <vt:lpstr>Σελίδα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Γεια σου Ντίνο!</dc:title>
  <dc:creator>Eleanna Damigou</dc:creator>
  <cp:lastModifiedBy>Eleni Damigou (Student)</cp:lastModifiedBy>
  <cp:revision>226</cp:revision>
  <cp:lastPrinted>2026-06-02T15:31:27Z</cp:lastPrinted>
  <dcterms:created xsi:type="dcterms:W3CDTF">2023-08-22T15:48:33Z</dcterms:created>
  <dcterms:modified xsi:type="dcterms:W3CDTF">2026-09-30T06:59:03Z</dcterms:modified>
</cp:coreProperties>
</file>