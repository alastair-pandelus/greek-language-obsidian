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1538" r:id="rId3"/>
    <p:sldId id="1641" r:id="rId4"/>
    <p:sldId id="1635" r:id="rId5"/>
    <p:sldId id="1640" r:id="rId6"/>
    <p:sldId id="1633" r:id="rId7"/>
    <p:sldId id="1631" r:id="rId8"/>
    <p:sldId id="1489" r:id="rId9"/>
    <p:sldId id="1637" r:id="rId10"/>
    <p:sldId id="1636" r:id="rId11"/>
    <p:sldId id="16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9FF"/>
    <a:srgbClr val="DDE0FF"/>
    <a:srgbClr val="DBD9FF"/>
    <a:srgbClr val="CDDFFF"/>
    <a:srgbClr val="FDF2EE"/>
    <a:srgbClr val="FFE6E6"/>
    <a:srgbClr val="45ACC1"/>
    <a:srgbClr val="D3E9DE"/>
    <a:srgbClr val="B2E1D6"/>
    <a:srgbClr val="CFE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53"/>
    <p:restoredTop sz="94526"/>
  </p:normalViewPr>
  <p:slideViewPr>
    <p:cSldViewPr snapToGrid="0">
      <p:cViewPr varScale="1">
        <p:scale>
          <a:sx n="96" d="100"/>
          <a:sy n="96" d="100"/>
        </p:scale>
        <p:origin x="15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8C1B1-4607-2543-9B85-D5793882F93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C5D10-561F-8047-8D52-720E6FC93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19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7214-B756-B619-44D2-BA3C31B5A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C322F-74EE-04A5-02C1-A748EE280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94AE5-F8A4-DDCC-171D-473582D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1A120-F7E6-23B9-CC6C-6AC7318C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F1ECA-1651-4822-49BB-33235F6E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8302-3530-0ECF-32DD-DDE85F99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1B9F3-B9D4-19C5-E73C-D9A64A4B8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9B63E-E1D1-15A2-504F-9B05C7A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F1451-A170-79A2-9646-2F01D195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5AA27-1C6B-6DFF-3A29-75A0405C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3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0671-57AE-9DB0-AD7D-D137843D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CBF9C-8C3D-5195-E67F-A17020C12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FF00-951A-5D1C-85D2-3F15762F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0B0DF-55A8-E3C8-657C-13B8E89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526B0-752E-3FF4-EFB5-426F36FA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3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256C-CCEB-598C-CA95-05791846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16126-B495-1808-395C-8A6B59550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8500A-6965-37D1-4645-F1C945BAC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92512-F879-108B-AC7B-B02FC009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A2C4A-B2AA-C280-4ACE-011B7938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C7696-9F60-AB9B-7C18-8E33DB3A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0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1656-F182-A2C8-EC48-2C6422D06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08BFA-9847-2566-A5B2-DD194536F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02C8F-C2FA-19F6-077F-5AFC01D29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7047A-821D-C734-087A-7C26C7B59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9A637-D429-6A5F-85E6-4BD35756D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E7F487-7AA2-3486-9C0B-33E38607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130AD-C7F6-5EF2-C155-5717786B6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E356D0-1A23-4D3D-36FF-C0B316DB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7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71A1-9FE0-DBB9-A2ED-3C8DD84D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DCDFE-7F73-6FDA-FFDB-734EA5C6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71765-760A-7958-E64A-B921462C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B8CED-D9D4-1F42-9D72-DE5282B1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70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2F6C2-9276-9244-49DA-8C339EEB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B3273-4534-6D2C-7493-009C17B5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50C8B-454B-A448-4A30-BDE5B9B7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4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2B63-558E-13C4-01ED-75D3DD78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0220-836C-098A-FD68-10AAFBBD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5CE04-A1F5-E106-7456-6BFB9AA7F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A0A9D-6058-650B-55FA-45EB9B47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04B92-66C1-5A1B-5A4A-0E6B7F48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94CF5-908B-A86B-E034-646FD7468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2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F983-D5B8-949A-FCF3-5594BCE4E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2E186-6508-C53D-68A3-AACFD4E44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20072-D2A8-5F66-7C43-79303B9BA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5BA55-ABD1-C935-8731-5DCF61BE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21563-FBD6-AA3E-2F40-6802E416C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754F9-61C2-4DA0-D85E-CD30B6E4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2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665D-4935-9132-E1DB-9FEB45D77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F7865-3CEC-03FB-33C6-BD3040179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8467D-4AB3-FAFC-1066-849A5029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404E-0CC0-1886-A7BB-1283B90A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BCAE8-B351-02AF-9FF8-AD49B384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1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97C73-82D6-E537-1CF3-C801C8485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01A03-8772-5488-606D-1219B83DD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FD31E-8803-786A-48F9-DCB4BD50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8F99-9880-F038-A23A-FD846CB1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0B496-DDB7-A784-3A16-75DB8944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8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05B1D2-441A-DE94-C932-A5A5F4E0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81CED-C4FB-7E94-7551-FEB106D93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2AD74-D410-F41B-EB71-1F97B93C9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F8A5E-9BC1-CB48-AD20-11B3672664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56ABF-E30D-8D16-9FD4-C987BBC37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38D6-8FF2-6261-2046-8A3F73AC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1EDE-7942-84E5-D15D-986E17020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280"/>
            <a:ext cx="9144000" cy="2387600"/>
          </a:xfrm>
        </p:spPr>
        <p:txBody>
          <a:bodyPr>
            <a:normAutofit/>
          </a:bodyPr>
          <a:lstStyle/>
          <a:p>
            <a:r>
              <a:rPr lang="el-GR" sz="6600" b="1" dirty="0">
                <a:solidFill>
                  <a:srgbClr val="7030A0"/>
                </a:solidFill>
              </a:rPr>
              <a:t>Μάθημα </a:t>
            </a:r>
            <a:r>
              <a:rPr lang="en-GB" sz="6600" b="1" dirty="0">
                <a:solidFill>
                  <a:srgbClr val="7030A0"/>
                </a:solidFill>
              </a:rPr>
              <a:t>2</a:t>
            </a:r>
            <a:br>
              <a:rPr lang="en-GB" sz="6600" b="1" dirty="0">
                <a:solidFill>
                  <a:srgbClr val="7030A0"/>
                </a:solidFill>
              </a:rPr>
            </a:br>
            <a:r>
              <a:rPr lang="el-GR" sz="6600" b="1" dirty="0">
                <a:solidFill>
                  <a:srgbClr val="7030A0"/>
                </a:solidFill>
              </a:rPr>
              <a:t>Γεια σ</a:t>
            </a:r>
            <a:r>
              <a:rPr lang="en-GB" sz="6600" b="1" dirty="0">
                <a:solidFill>
                  <a:srgbClr val="7030A0"/>
                </a:solidFill>
              </a:rPr>
              <a:t>α</a:t>
            </a:r>
            <a:r>
              <a:rPr lang="el-GR" sz="6600" b="1" dirty="0">
                <a:solidFill>
                  <a:srgbClr val="7030A0"/>
                </a:solidFill>
              </a:rPr>
              <a:t>ς!</a:t>
            </a:r>
            <a:endParaRPr lang="en-US" sz="6600" b="1" dirty="0"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24B3A-3822-CE33-7572-3F34FB41B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7078"/>
            <a:ext cx="9144000" cy="1655762"/>
          </a:xfrm>
        </p:spPr>
        <p:txBody>
          <a:bodyPr>
            <a:normAutofit/>
          </a:bodyPr>
          <a:lstStyle/>
          <a:p>
            <a:endParaRPr lang="el-GR" sz="28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l-GR" sz="2800" dirty="0">
                <a:solidFill>
                  <a:srgbClr val="7030A0"/>
                </a:solidFill>
              </a:rPr>
              <a:t>Μαζί θα μάθουμε ελληνικά!</a:t>
            </a:r>
          </a:p>
          <a:p>
            <a:endParaRPr lang="el-GR" sz="3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2" descr="Παγκόσμια Ημέρας της Ελληνικής Γλώσσας - Όλος ο κόσμος μιλά Ελληνικά  (Βίντεο)">
            <a:extLst>
              <a:ext uri="{FF2B5EF4-FFF2-40B4-BE49-F238E27FC236}">
                <a16:creationId xmlns:a16="http://schemas.microsoft.com/office/drawing/2014/main" id="{00A4644E-23DE-A395-52A9-A1B99C10E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276" y="174259"/>
            <a:ext cx="3597534" cy="197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96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29E4-1E8D-576A-94B5-9E02E09C2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l-GR" b="1" dirty="0" err="1">
                <a:solidFill>
                  <a:srgbClr val="7030A0"/>
                </a:solidFill>
                <a:latin typeface="Comic Sans MS" panose="030F0902030302020204" pitchFamily="66" charset="0"/>
              </a:rPr>
              <a:t>Στ</a:t>
            </a:r>
            <a:r>
              <a:rPr lang="en-US" b="1" dirty="0" err="1">
                <a:solidFill>
                  <a:srgbClr val="7030A0"/>
                </a:solidFill>
                <a:latin typeface="Comic Sans MS" panose="030F0902030302020204" pitchFamily="66" charset="0"/>
              </a:rPr>
              <a:t>ό</a:t>
            </a:r>
            <a:r>
              <a:rPr lang="el-GR" b="1" dirty="0" err="1">
                <a:solidFill>
                  <a:srgbClr val="7030A0"/>
                </a:solidFill>
                <a:latin typeface="Comic Sans MS" panose="030F0902030302020204" pitchFamily="66" charset="0"/>
              </a:rPr>
              <a:t>χοι</a:t>
            </a:r>
            <a:r>
              <a:rPr lang="en-GB" b="1" dirty="0">
                <a:solidFill>
                  <a:srgbClr val="7030A0"/>
                </a:solidFill>
                <a:latin typeface="Comic Sans MS" panose="030F0902030302020204" pitchFamily="66" charset="0"/>
              </a:rPr>
              <a:t>:</a:t>
            </a:r>
            <a:endParaRPr lang="en-US" b="1" dirty="0">
              <a:solidFill>
                <a:srgbClr val="7030A0"/>
              </a:solidFill>
              <a:latin typeface="Comic Sans MS" panose="030F09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AE104-C173-1B13-20AA-E951AF62C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95" y="1690688"/>
            <a:ext cx="7982779" cy="462645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>
                <a:latin typeface="Comic Sans MS" panose="030F0902030302020204" pitchFamily="66" charset="0"/>
              </a:rPr>
              <a:t>To build synonyms</a:t>
            </a:r>
            <a:r>
              <a:rPr lang="el-GR" dirty="0">
                <a:latin typeface="Comic Sans MS" panose="030F0902030302020204" pitchFamily="66" charset="0"/>
              </a:rPr>
              <a:t> </a:t>
            </a:r>
            <a:r>
              <a:rPr lang="en-GB" dirty="0">
                <a:latin typeface="Comic Sans MS" panose="030F0902030302020204" pitchFamily="66" charset="0"/>
              </a:rPr>
              <a:t>and antonyms</a:t>
            </a:r>
            <a:r>
              <a:rPr lang="en-US" dirty="0">
                <a:latin typeface="Comic Sans MS" panose="030F0902030302020204" pitchFamily="66" charset="0"/>
              </a:rPr>
              <a:t> of words we have seen in text. </a:t>
            </a:r>
          </a:p>
          <a:p>
            <a:pPr>
              <a:buFont typeface="Wingdings" pitchFamily="2" charset="2"/>
              <a:buChar char="ü"/>
            </a:pPr>
            <a:r>
              <a:rPr lang="en-GB" dirty="0">
                <a:latin typeface="Comic Sans MS" panose="030F0902030302020204" pitchFamily="66" charset="0"/>
              </a:rPr>
              <a:t>To revise facial and personality characteristics.</a:t>
            </a:r>
          </a:p>
          <a:p>
            <a:pPr>
              <a:buFont typeface="Wingdings" pitchFamily="2" charset="2"/>
              <a:buChar char="ü"/>
            </a:pPr>
            <a:endParaRPr lang="en-GB" dirty="0">
              <a:latin typeface="Comic Sans MS" panose="030F09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0B4AE-A16E-11E1-CBC5-6C65400D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744" y="0"/>
            <a:ext cx="2891505" cy="290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3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A6200-9F64-2D35-BE60-CF8143CD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FB12-FF46-BB3B-FA28-F792AB07B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95C22-7ED0-331D-E5AE-A350A2891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0" y="254000"/>
            <a:ext cx="71501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0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0A8E-8D77-E301-7533-1FD4B54C3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2" y="365125"/>
            <a:ext cx="2644868" cy="1325563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7030A0"/>
                </a:solidFill>
                <a:latin typeface="Comic Sans MS" panose="030F0902030302020204" pitchFamily="66" charset="0"/>
              </a:rPr>
              <a:t>Synonyms- </a:t>
            </a:r>
            <a:r>
              <a:rPr lang="el-GR" sz="3200" dirty="0">
                <a:solidFill>
                  <a:srgbClr val="7030A0"/>
                </a:solidFill>
              </a:rPr>
              <a:t>Συνώνυμα</a:t>
            </a:r>
            <a:endParaRPr lang="en-US" sz="3200" dirty="0">
              <a:solidFill>
                <a:srgbClr val="7030A0"/>
              </a:solidFill>
              <a:latin typeface="Comic Sans MS" panose="030F09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60DB-1DF4-275B-9CE3-B83EF2ACA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09AFC-C62A-8DBA-198A-277B357F6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659" y="0"/>
            <a:ext cx="9295341" cy="67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9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78D4-8113-7A2C-5DB9-E3D077284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Comic Sans MS" panose="030F0902030302020204" pitchFamily="66" charset="0"/>
              </a:rPr>
              <a:t>Antonyms - </a:t>
            </a:r>
            <a:r>
              <a:rPr lang="el-GR" dirty="0" err="1">
                <a:solidFill>
                  <a:srgbClr val="7030A0"/>
                </a:solidFill>
              </a:rPr>
              <a:t>Αντώνυμα</a:t>
            </a:r>
            <a:endParaRPr lang="en-US" dirty="0">
              <a:solidFill>
                <a:srgbClr val="7030A0"/>
              </a:solidFill>
              <a:latin typeface="Comic Sans MS" panose="030F09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04E28-B4D6-6DEE-C77A-CEC1FE7CC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2420D-B260-D582-B9CB-A31D6169E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538" y="1572729"/>
            <a:ext cx="5069808" cy="49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20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936C-6550-AA39-8097-DAF95576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BD32D-DA00-ED82-D4F8-13FF1EB21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70E17-92E6-ED64-9D01-A81F458B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821" y="493349"/>
            <a:ext cx="8650357" cy="577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789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5F49-F8BF-4986-2BF1-0BC93934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F4EC-E455-E58A-C823-29688A9BB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88256-2DF0-A0B2-AD28-3B26587C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443" y="261973"/>
            <a:ext cx="6142107" cy="659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81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58513-7D21-2805-549F-A20F48D1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Comic Sans MS" panose="030F0902030302020204" pitchFamily="66" charset="0"/>
              </a:rPr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4DAD-E126-5A9A-3584-E43A8B75E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1. Complete the activities on the next slides.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3DECC-50EC-AD27-BE1A-2FF14078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511" y="495887"/>
            <a:ext cx="2957221" cy="293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7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1C7B-549E-EF59-A37F-8D48462BB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3972339" cy="3650284"/>
          </a:xfrm>
        </p:spPr>
        <p:txBody>
          <a:bodyPr>
            <a:normAutofit fontScale="90000"/>
          </a:bodyPr>
          <a:lstStyle/>
          <a:p>
            <a:r>
              <a:rPr lang="el-GR" dirty="0">
                <a:solidFill>
                  <a:srgbClr val="7030A0"/>
                </a:solidFill>
              </a:rPr>
              <a:t>Σελ. 33</a:t>
            </a:r>
            <a:br>
              <a:rPr lang="el-GR" dirty="0">
                <a:solidFill>
                  <a:srgbClr val="7030A0"/>
                </a:solidFill>
              </a:rPr>
            </a:br>
            <a:br>
              <a:rPr lang="el-GR" dirty="0">
                <a:solidFill>
                  <a:srgbClr val="7030A0"/>
                </a:solidFill>
              </a:rPr>
            </a:br>
            <a:r>
              <a:rPr lang="en-GB" dirty="0">
                <a:solidFill>
                  <a:srgbClr val="7030A0"/>
                </a:solidFill>
              </a:rPr>
              <a:t>Read the passage and write the nouns in the right category based on gender. 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133B96-96AD-665F-074C-FBDCBAA0E8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5732" y="0"/>
            <a:ext cx="4842274" cy="660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45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067C-C56A-8534-1554-91FE0E88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4785416" cy="1325563"/>
          </a:xfrm>
        </p:spPr>
        <p:txBody>
          <a:bodyPr>
            <a:normAutofit fontScale="90000"/>
          </a:bodyPr>
          <a:lstStyle/>
          <a:p>
            <a:r>
              <a:rPr lang="el-GR" dirty="0">
                <a:solidFill>
                  <a:srgbClr val="7030A0"/>
                </a:solidFill>
              </a:rPr>
              <a:t>Σελ.28</a:t>
            </a:r>
            <a:br>
              <a:rPr lang="en-GB" dirty="0">
                <a:solidFill>
                  <a:srgbClr val="7030A0"/>
                </a:solidFill>
              </a:rPr>
            </a:br>
            <a:br>
              <a:rPr lang="en-GB" dirty="0">
                <a:solidFill>
                  <a:srgbClr val="7030A0"/>
                </a:solidFill>
              </a:rPr>
            </a:br>
            <a:r>
              <a:rPr lang="en-GB" dirty="0">
                <a:solidFill>
                  <a:srgbClr val="7030A0"/>
                </a:solidFill>
              </a:rPr>
              <a:t>Match the words on the left with the words on the right side. Some words can match with more than one word on the right side.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7664DF-CA9E-369B-157C-00B270852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659"/>
          <a:stretch>
            <a:fillRect/>
          </a:stretch>
        </p:blipFill>
        <p:spPr>
          <a:xfrm>
            <a:off x="4682710" y="1364055"/>
            <a:ext cx="7615307" cy="500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94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2DDA-3665-A5BF-BE63-B37DF29F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Writing: </a:t>
            </a:r>
            <a:r>
              <a:rPr lang="en-GB" b="1" dirty="0" err="1">
                <a:solidFill>
                  <a:srgbClr val="7030A0"/>
                </a:solidFill>
              </a:rPr>
              <a:t>Έν</a:t>
            </a:r>
            <a:r>
              <a:rPr lang="en-GB" b="1" dirty="0">
                <a:solidFill>
                  <a:srgbClr val="7030A0"/>
                </a:solidFill>
              </a:rPr>
              <a:t>α </a:t>
            </a:r>
            <a:r>
              <a:rPr lang="en-GB" b="1" dirty="0" err="1">
                <a:solidFill>
                  <a:srgbClr val="7030A0"/>
                </a:solidFill>
              </a:rPr>
              <a:t>άτομο</a:t>
            </a:r>
            <a:r>
              <a:rPr lang="en-GB" b="1" dirty="0">
                <a:solidFill>
                  <a:srgbClr val="7030A0"/>
                </a:solidFill>
              </a:rPr>
              <a:t> π</a:t>
            </a:r>
            <a:r>
              <a:rPr lang="en-GB" b="1" dirty="0" err="1">
                <a:solidFill>
                  <a:srgbClr val="7030A0"/>
                </a:solidFill>
              </a:rPr>
              <a:t>ου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b="1" dirty="0" err="1">
                <a:solidFill>
                  <a:srgbClr val="7030A0"/>
                </a:solidFill>
              </a:rPr>
              <a:t>ξεχωρίζει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b="1" dirty="0" err="1">
                <a:solidFill>
                  <a:srgbClr val="7030A0"/>
                </a:solidFill>
              </a:rPr>
              <a:t>γι</a:t>
            </a:r>
            <a:r>
              <a:rPr lang="en-GB" b="1" dirty="0">
                <a:solidFill>
                  <a:srgbClr val="7030A0"/>
                </a:solidFill>
              </a:rPr>
              <a:t>α </a:t>
            </a:r>
            <a:r>
              <a:rPr lang="en-GB" b="1" dirty="0" err="1">
                <a:solidFill>
                  <a:srgbClr val="7030A0"/>
                </a:solidFill>
              </a:rPr>
              <a:t>μέν</a:t>
            </a:r>
            <a:r>
              <a:rPr lang="en-GB" b="1" dirty="0">
                <a:solidFill>
                  <a:srgbClr val="7030A0"/>
                </a:solidFill>
              </a:rPr>
              <a:t>α</a:t>
            </a:r>
            <a:br>
              <a:rPr lang="en-GB" b="1" dirty="0">
                <a:solidFill>
                  <a:srgbClr val="7030A0"/>
                </a:solidFill>
              </a:rPr>
            </a:b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95AE0-25B7-E0CF-30A6-5C1A3F771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Γράψε </a:t>
            </a:r>
            <a:r>
              <a:rPr lang="en-GB" b="1" dirty="0" err="1"/>
              <a:t>έν</a:t>
            </a:r>
            <a:r>
              <a:rPr lang="en-GB" b="1" dirty="0"/>
              <a:t>α </a:t>
            </a:r>
            <a:r>
              <a:rPr lang="en-GB" b="1" dirty="0" err="1"/>
              <a:t>κείμενο</a:t>
            </a:r>
            <a:r>
              <a:rPr lang="en-GB" b="1" dirty="0"/>
              <a:t> 100–120 </a:t>
            </a:r>
            <a:r>
              <a:rPr lang="en-GB" b="1" dirty="0" err="1"/>
              <a:t>λέξεων</a:t>
            </a:r>
            <a:r>
              <a:rPr lang="en-GB" b="1" dirty="0"/>
              <a:t> </a:t>
            </a:r>
            <a:r>
              <a:rPr lang="en-GB" b="1" dirty="0" err="1"/>
              <a:t>γι</a:t>
            </a:r>
            <a:r>
              <a:rPr lang="en-GB" b="1" dirty="0"/>
              <a:t>α </a:t>
            </a:r>
            <a:r>
              <a:rPr lang="en-GB" b="1" dirty="0" err="1"/>
              <a:t>έν</a:t>
            </a:r>
            <a:r>
              <a:rPr lang="en-GB" b="1" dirty="0"/>
              <a:t>α </a:t>
            </a:r>
            <a:r>
              <a:rPr lang="en-GB" b="1" dirty="0" err="1"/>
              <a:t>άτομο</a:t>
            </a:r>
            <a:r>
              <a:rPr lang="en-GB" b="1" dirty="0"/>
              <a:t> π</a:t>
            </a:r>
            <a:r>
              <a:rPr lang="en-GB" b="1" dirty="0" err="1"/>
              <a:t>ου</a:t>
            </a:r>
            <a:r>
              <a:rPr lang="en-GB" b="1" dirty="0"/>
              <a:t> </a:t>
            </a:r>
            <a:r>
              <a:rPr lang="en-GB" b="1" dirty="0" err="1"/>
              <a:t>γνωρίζεις</a:t>
            </a:r>
            <a:r>
              <a:rPr lang="en-GB" b="1" dirty="0"/>
              <a:t> </a:t>
            </a:r>
            <a:r>
              <a:rPr lang="en-GB" b="1" dirty="0" err="1"/>
              <a:t>κ</a:t>
            </a:r>
            <a:r>
              <a:rPr lang="en-GB" b="1" dirty="0"/>
              <a:t>α</a:t>
            </a:r>
            <a:r>
              <a:rPr lang="en-GB" b="1" dirty="0" err="1"/>
              <a:t>λά</a:t>
            </a:r>
            <a:r>
              <a:rPr lang="en-GB" b="1" dirty="0"/>
              <a:t>.</a:t>
            </a:r>
            <a:r>
              <a:rPr lang="en-GB" dirty="0"/>
              <a:t> </a:t>
            </a:r>
            <a:r>
              <a:rPr lang="en-GB" dirty="0" err="1"/>
              <a:t>Μ</a:t>
            </a:r>
            <a:r>
              <a:rPr lang="en-GB" dirty="0"/>
              <a:t>π</a:t>
            </a:r>
            <a:r>
              <a:rPr lang="en-GB" dirty="0" err="1"/>
              <a:t>ορεί</a:t>
            </a:r>
            <a:r>
              <a:rPr lang="en-GB" dirty="0"/>
              <a:t> </a:t>
            </a:r>
            <a:r>
              <a:rPr lang="en-GB" dirty="0" err="1"/>
              <a:t>ν</a:t>
            </a:r>
            <a:r>
              <a:rPr lang="en-GB" dirty="0"/>
              <a:t>α </a:t>
            </a:r>
            <a:r>
              <a:rPr lang="en-GB" dirty="0" err="1"/>
              <a:t>είν</a:t>
            </a:r>
            <a:r>
              <a:rPr lang="en-GB" dirty="0"/>
              <a:t>α</a:t>
            </a:r>
            <a:r>
              <a:rPr lang="en-GB" dirty="0" err="1"/>
              <a:t>ι</a:t>
            </a:r>
            <a:r>
              <a:rPr lang="en-GB" dirty="0"/>
              <a:t> </a:t>
            </a:r>
            <a:r>
              <a:rPr lang="en-GB" dirty="0" err="1"/>
              <a:t>φίλος</a:t>
            </a:r>
            <a:r>
              <a:rPr lang="en-GB" dirty="0"/>
              <a:t>/</a:t>
            </a:r>
            <a:r>
              <a:rPr lang="en-GB" dirty="0" err="1"/>
              <a:t>φίλη</a:t>
            </a:r>
            <a:r>
              <a:rPr lang="en-GB" dirty="0"/>
              <a:t>, </a:t>
            </a:r>
            <a:r>
              <a:rPr lang="en-GB" dirty="0" err="1"/>
              <a:t>συγγενής</a:t>
            </a:r>
            <a:r>
              <a:rPr lang="en-GB" dirty="0"/>
              <a:t>, </a:t>
            </a:r>
            <a:r>
              <a:rPr lang="en-GB" dirty="0" err="1"/>
              <a:t>συνάδελφος</a:t>
            </a:r>
            <a:r>
              <a:rPr lang="en-GB" dirty="0"/>
              <a:t> </a:t>
            </a:r>
            <a:r>
              <a:rPr lang="en-GB" dirty="0" err="1"/>
              <a:t>ή</a:t>
            </a:r>
            <a:r>
              <a:rPr lang="en-GB" dirty="0"/>
              <a:t> </a:t>
            </a:r>
            <a:r>
              <a:rPr lang="en-GB" dirty="0" err="1"/>
              <a:t>άλλο</a:t>
            </a:r>
            <a:r>
              <a:rPr lang="en-GB" dirty="0"/>
              <a:t> </a:t>
            </a:r>
            <a:r>
              <a:rPr lang="en-GB" dirty="0" err="1"/>
              <a:t>σημ</a:t>
            </a:r>
            <a:r>
              <a:rPr lang="en-GB" dirty="0"/>
              <a:t>α</a:t>
            </a:r>
            <a:r>
              <a:rPr lang="en-GB" dirty="0" err="1"/>
              <a:t>ντικό</a:t>
            </a:r>
            <a:r>
              <a:rPr lang="en-GB" dirty="0"/>
              <a:t> π</a:t>
            </a:r>
            <a:r>
              <a:rPr lang="en-GB" dirty="0" err="1"/>
              <a:t>ρόσω</a:t>
            </a:r>
            <a:r>
              <a:rPr lang="en-GB" dirty="0"/>
              <a:t>π</a:t>
            </a:r>
            <a:r>
              <a:rPr lang="en-GB" dirty="0" err="1"/>
              <a:t>ο</a:t>
            </a:r>
            <a:r>
              <a:rPr lang="en-GB" dirty="0"/>
              <a:t> </a:t>
            </a:r>
            <a:r>
              <a:rPr lang="en-GB" dirty="0" err="1"/>
              <a:t>στη</a:t>
            </a:r>
            <a:r>
              <a:rPr lang="en-GB" dirty="0"/>
              <a:t> </a:t>
            </a:r>
            <a:r>
              <a:rPr lang="en-GB" dirty="0" err="1"/>
              <a:t>ζωή</a:t>
            </a:r>
            <a:r>
              <a:rPr lang="en-GB" dirty="0"/>
              <a:t> </a:t>
            </a:r>
            <a:r>
              <a:rPr lang="en-GB" dirty="0" err="1"/>
              <a:t>σου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 err="1"/>
              <a:t>Στο</a:t>
            </a:r>
            <a:r>
              <a:rPr lang="en-GB" dirty="0"/>
              <a:t> </a:t>
            </a:r>
            <a:r>
              <a:rPr lang="en-GB" dirty="0" err="1"/>
              <a:t>κείμενό</a:t>
            </a:r>
            <a:r>
              <a:rPr lang="en-GB" dirty="0"/>
              <a:t> </a:t>
            </a:r>
            <a:r>
              <a:rPr lang="en-GB" dirty="0" err="1"/>
              <a:t>σου</a:t>
            </a:r>
            <a:r>
              <a:rPr lang="en-GB" dirty="0"/>
              <a:t> </a:t>
            </a:r>
            <a:r>
              <a:rPr lang="en-GB" dirty="0" err="1"/>
              <a:t>γράψε</a:t>
            </a:r>
            <a:r>
              <a:rPr lang="en-GB" dirty="0"/>
              <a:t>:</a:t>
            </a:r>
          </a:p>
          <a:p>
            <a:pPr lvl="0">
              <a:buFont typeface="Wingdings" pitchFamily="2" charset="2"/>
              <a:buChar char="ü"/>
            </a:pPr>
            <a:r>
              <a:rPr lang="en-GB" dirty="0" err="1"/>
              <a:t>Ποιος</a:t>
            </a:r>
            <a:r>
              <a:rPr lang="en-GB" dirty="0"/>
              <a:t>/π</a:t>
            </a:r>
            <a:r>
              <a:rPr lang="en-GB" dirty="0" err="1"/>
              <a:t>οι</a:t>
            </a:r>
            <a:r>
              <a:rPr lang="en-GB" dirty="0"/>
              <a:t>α </a:t>
            </a:r>
            <a:r>
              <a:rPr lang="en-GB" dirty="0" err="1"/>
              <a:t>είν</a:t>
            </a:r>
            <a:r>
              <a:rPr lang="en-GB" dirty="0"/>
              <a:t>α</a:t>
            </a:r>
            <a:r>
              <a:rPr lang="en-GB" dirty="0" err="1"/>
              <a:t>ι</a:t>
            </a:r>
            <a:r>
              <a:rPr lang="en-GB" dirty="0"/>
              <a:t> </a:t>
            </a:r>
            <a:r>
              <a:rPr lang="en-GB" dirty="0" err="1"/>
              <a:t>κ</a:t>
            </a:r>
            <a:r>
              <a:rPr lang="en-GB" dirty="0"/>
              <a:t>α</a:t>
            </a:r>
            <a:r>
              <a:rPr lang="en-GB" dirty="0" err="1"/>
              <a:t>ι</a:t>
            </a:r>
            <a:r>
              <a:rPr lang="en-GB" dirty="0"/>
              <a:t> π</a:t>
            </a:r>
            <a:r>
              <a:rPr lang="en-GB" dirty="0" err="1"/>
              <a:t>ώς</a:t>
            </a:r>
            <a:r>
              <a:rPr lang="en-GB" dirty="0"/>
              <a:t> </a:t>
            </a:r>
            <a:r>
              <a:rPr lang="en-GB" dirty="0" err="1"/>
              <a:t>γνωριστήκ</a:t>
            </a:r>
            <a:r>
              <a:rPr lang="en-GB" dirty="0"/>
              <a:t>α</a:t>
            </a:r>
            <a:r>
              <a:rPr lang="en-GB" dirty="0" err="1"/>
              <a:t>τε</a:t>
            </a:r>
            <a:r>
              <a:rPr lang="en-GB" dirty="0"/>
              <a:t>;</a:t>
            </a:r>
          </a:p>
          <a:p>
            <a:pPr lvl="0">
              <a:buFont typeface="Wingdings" pitchFamily="2" charset="2"/>
              <a:buChar char="ü"/>
            </a:pPr>
            <a:r>
              <a:rPr lang="en-GB" dirty="0" err="1"/>
              <a:t>Πώς</a:t>
            </a:r>
            <a:r>
              <a:rPr lang="en-GB" dirty="0"/>
              <a:t> </a:t>
            </a:r>
            <a:r>
              <a:rPr lang="en-GB" dirty="0" err="1"/>
              <a:t>είν</a:t>
            </a:r>
            <a:r>
              <a:rPr lang="en-GB" dirty="0"/>
              <a:t>α</a:t>
            </a:r>
            <a:r>
              <a:rPr lang="en-GB" dirty="0" err="1"/>
              <a:t>ι</a:t>
            </a:r>
            <a:r>
              <a:rPr lang="en-GB" dirty="0"/>
              <a:t> </a:t>
            </a:r>
            <a:r>
              <a:rPr lang="en-GB" dirty="0" err="1"/>
              <a:t>η</a:t>
            </a:r>
            <a:r>
              <a:rPr lang="en-GB" dirty="0"/>
              <a:t> </a:t>
            </a:r>
            <a:r>
              <a:rPr lang="en-GB" dirty="0" err="1"/>
              <a:t>εξωτερική</a:t>
            </a:r>
            <a:r>
              <a:rPr lang="en-GB" dirty="0"/>
              <a:t> </a:t>
            </a:r>
            <a:r>
              <a:rPr lang="en-GB" dirty="0" err="1"/>
              <a:t>του</a:t>
            </a:r>
            <a:r>
              <a:rPr lang="en-GB" dirty="0"/>
              <a:t>/</a:t>
            </a:r>
            <a:r>
              <a:rPr lang="en-GB" dirty="0" err="1"/>
              <a:t>της</a:t>
            </a:r>
            <a:r>
              <a:rPr lang="en-GB" dirty="0"/>
              <a:t> </a:t>
            </a:r>
            <a:r>
              <a:rPr lang="en-GB" dirty="0" err="1"/>
              <a:t>εμφάνιση</a:t>
            </a:r>
            <a:r>
              <a:rPr lang="en-GB" dirty="0"/>
              <a:t>;</a:t>
            </a:r>
          </a:p>
          <a:p>
            <a:pPr lvl="0">
              <a:buFont typeface="Wingdings" pitchFamily="2" charset="2"/>
              <a:buChar char="ü"/>
            </a:pPr>
            <a:r>
              <a:rPr lang="en-GB" dirty="0" err="1"/>
              <a:t>Ποι</a:t>
            </a:r>
            <a:r>
              <a:rPr lang="en-GB" dirty="0"/>
              <a:t>α </a:t>
            </a:r>
            <a:r>
              <a:rPr lang="en-GB" dirty="0" err="1"/>
              <a:t>είν</a:t>
            </a:r>
            <a:r>
              <a:rPr lang="en-GB" dirty="0"/>
              <a:t>α</a:t>
            </a:r>
            <a:r>
              <a:rPr lang="en-GB" dirty="0" err="1"/>
              <a:t>ι</a:t>
            </a:r>
            <a:r>
              <a:rPr lang="en-GB" dirty="0"/>
              <a:t> </a:t>
            </a:r>
            <a:r>
              <a:rPr lang="en-GB" dirty="0" err="1"/>
              <a:t>τ</a:t>
            </a:r>
            <a:r>
              <a:rPr lang="en-GB" dirty="0"/>
              <a:t>α βα</a:t>
            </a:r>
            <a:r>
              <a:rPr lang="en-GB" dirty="0" err="1"/>
              <a:t>σικά</a:t>
            </a:r>
            <a:r>
              <a:rPr lang="en-GB" dirty="0"/>
              <a:t> </a:t>
            </a:r>
            <a:r>
              <a:rPr lang="en-GB" dirty="0" err="1"/>
              <a:t>χ</a:t>
            </a:r>
            <a:r>
              <a:rPr lang="en-GB" dirty="0"/>
              <a:t>α</a:t>
            </a:r>
            <a:r>
              <a:rPr lang="en-GB" dirty="0" err="1"/>
              <a:t>ρ</a:t>
            </a:r>
            <a:r>
              <a:rPr lang="en-GB" dirty="0"/>
              <a:t>α</a:t>
            </a:r>
            <a:r>
              <a:rPr lang="en-GB" dirty="0" err="1"/>
              <a:t>κτηριστικά</a:t>
            </a:r>
            <a:r>
              <a:rPr lang="en-GB" dirty="0"/>
              <a:t> </a:t>
            </a:r>
            <a:r>
              <a:rPr lang="en-GB" dirty="0" err="1"/>
              <a:t>του</a:t>
            </a:r>
            <a:r>
              <a:rPr lang="en-GB" dirty="0"/>
              <a:t> </a:t>
            </a:r>
            <a:r>
              <a:rPr lang="en-GB" dirty="0" err="1"/>
              <a:t>χ</a:t>
            </a:r>
            <a:r>
              <a:rPr lang="en-GB" dirty="0"/>
              <a:t>α</a:t>
            </a:r>
            <a:r>
              <a:rPr lang="en-GB" dirty="0" err="1"/>
              <a:t>ρ</a:t>
            </a:r>
            <a:r>
              <a:rPr lang="en-GB" dirty="0"/>
              <a:t>α</a:t>
            </a:r>
            <a:r>
              <a:rPr lang="en-GB" dirty="0" err="1"/>
              <a:t>κτήρ</a:t>
            </a:r>
            <a:r>
              <a:rPr lang="en-GB" dirty="0"/>
              <a:t>α </a:t>
            </a:r>
            <a:r>
              <a:rPr lang="en-GB" dirty="0" err="1"/>
              <a:t>του</a:t>
            </a:r>
            <a:r>
              <a:rPr lang="en-GB" dirty="0"/>
              <a:t>/</a:t>
            </a:r>
            <a:r>
              <a:rPr lang="en-GB" dirty="0" err="1"/>
              <a:t>της</a:t>
            </a:r>
            <a:r>
              <a:rPr lang="en-GB" dirty="0"/>
              <a:t>;</a:t>
            </a:r>
          </a:p>
          <a:p>
            <a:pPr lvl="0">
              <a:buFont typeface="Wingdings" pitchFamily="2" charset="2"/>
              <a:buChar char="ü"/>
            </a:pPr>
            <a:r>
              <a:rPr lang="en-GB" dirty="0" err="1"/>
              <a:t>Δώσε</a:t>
            </a:r>
            <a:r>
              <a:rPr lang="en-GB" dirty="0"/>
              <a:t> </a:t>
            </a:r>
            <a:r>
              <a:rPr lang="en-GB" b="1" dirty="0" err="1"/>
              <a:t>έν</a:t>
            </a:r>
            <a:r>
              <a:rPr lang="en-GB" b="1" dirty="0"/>
              <a:t>α πα</a:t>
            </a:r>
            <a:r>
              <a:rPr lang="en-GB" b="1" dirty="0" err="1"/>
              <a:t>ράδειγμ</a:t>
            </a:r>
            <a:r>
              <a:rPr lang="en-GB" b="1" dirty="0"/>
              <a:t>α</a:t>
            </a:r>
            <a:r>
              <a:rPr lang="en-GB" dirty="0"/>
              <a:t> π</a:t>
            </a:r>
            <a:r>
              <a:rPr lang="en-GB" dirty="0" err="1"/>
              <a:t>ου</a:t>
            </a:r>
            <a:r>
              <a:rPr lang="en-GB" dirty="0"/>
              <a:t> </a:t>
            </a:r>
            <a:r>
              <a:rPr lang="en-GB" dirty="0" err="1"/>
              <a:t>δείχνει</a:t>
            </a:r>
            <a:r>
              <a:rPr lang="en-GB" dirty="0"/>
              <a:t> </a:t>
            </a:r>
            <a:r>
              <a:rPr lang="en-GB" dirty="0" err="1"/>
              <a:t>τον</a:t>
            </a:r>
            <a:r>
              <a:rPr lang="en-GB" dirty="0"/>
              <a:t> </a:t>
            </a:r>
            <a:r>
              <a:rPr lang="en-GB" dirty="0" err="1"/>
              <a:t>χ</a:t>
            </a:r>
            <a:r>
              <a:rPr lang="en-GB" dirty="0"/>
              <a:t>α</a:t>
            </a:r>
            <a:r>
              <a:rPr lang="en-GB" dirty="0" err="1"/>
              <a:t>ρ</a:t>
            </a:r>
            <a:r>
              <a:rPr lang="en-GB" dirty="0"/>
              <a:t>α</a:t>
            </a:r>
            <a:r>
              <a:rPr lang="en-GB" dirty="0" err="1"/>
              <a:t>κτήρ</a:t>
            </a:r>
            <a:r>
              <a:rPr lang="en-GB" dirty="0"/>
              <a:t>α </a:t>
            </a:r>
            <a:r>
              <a:rPr lang="en-GB" dirty="0" err="1"/>
              <a:t>του</a:t>
            </a:r>
            <a:r>
              <a:rPr lang="en-GB" dirty="0"/>
              <a:t>/</a:t>
            </a:r>
            <a:r>
              <a:rPr lang="en-GB" dirty="0" err="1"/>
              <a:t>της</a:t>
            </a:r>
            <a:r>
              <a:rPr lang="en-GB" dirty="0"/>
              <a:t>.</a:t>
            </a:r>
          </a:p>
          <a:p>
            <a:pPr lvl="0">
              <a:buFont typeface="Wingdings" pitchFamily="2" charset="2"/>
              <a:buChar char="ü"/>
            </a:pPr>
            <a:r>
              <a:rPr lang="en-GB" dirty="0" err="1"/>
              <a:t>Τι</a:t>
            </a:r>
            <a:r>
              <a:rPr lang="en-GB" dirty="0"/>
              <a:t> </a:t>
            </a:r>
            <a:r>
              <a:rPr lang="en-GB" dirty="0" err="1"/>
              <a:t>σου</a:t>
            </a:r>
            <a:r>
              <a:rPr lang="en-GB" dirty="0"/>
              <a:t> α</a:t>
            </a:r>
            <a:r>
              <a:rPr lang="en-GB" dirty="0" err="1"/>
              <a:t>ρέσει</a:t>
            </a:r>
            <a:r>
              <a:rPr lang="en-GB" dirty="0"/>
              <a:t> π</a:t>
            </a:r>
            <a:r>
              <a:rPr lang="en-GB" dirty="0" err="1"/>
              <a:t>ερισσότερο</a:t>
            </a:r>
            <a:r>
              <a:rPr lang="en-GB" dirty="0"/>
              <a:t> </a:t>
            </a:r>
            <a:r>
              <a:rPr lang="en-GB" dirty="0" err="1"/>
              <a:t>σε</a:t>
            </a:r>
            <a:r>
              <a:rPr lang="en-GB" dirty="0"/>
              <a:t> α</a:t>
            </a:r>
            <a:r>
              <a:rPr lang="en-GB" dirty="0" err="1"/>
              <a:t>υτό</a:t>
            </a:r>
            <a:r>
              <a:rPr lang="en-GB" dirty="0"/>
              <a:t> </a:t>
            </a:r>
            <a:r>
              <a:rPr lang="en-GB" dirty="0" err="1"/>
              <a:t>το</a:t>
            </a:r>
            <a:r>
              <a:rPr lang="en-GB" dirty="0"/>
              <a:t> </a:t>
            </a:r>
            <a:r>
              <a:rPr lang="en-GB" dirty="0" err="1"/>
              <a:t>άτομο</a:t>
            </a:r>
            <a:r>
              <a:rPr lang="en-GB" dirty="0"/>
              <a:t> </a:t>
            </a:r>
            <a:r>
              <a:rPr lang="en-GB" dirty="0" err="1"/>
              <a:t>κ</a:t>
            </a:r>
            <a:r>
              <a:rPr lang="en-GB" dirty="0"/>
              <a:t>α</a:t>
            </a:r>
            <a:r>
              <a:rPr lang="en-GB" dirty="0" err="1"/>
              <a:t>ι</a:t>
            </a:r>
            <a:r>
              <a:rPr lang="en-GB" dirty="0"/>
              <a:t> </a:t>
            </a:r>
            <a:r>
              <a:rPr lang="en-GB" dirty="0" err="1"/>
              <a:t>γι</a:t>
            </a:r>
            <a:r>
              <a:rPr lang="en-GB" dirty="0"/>
              <a:t>α</a:t>
            </a:r>
            <a:r>
              <a:rPr lang="en-GB" dirty="0" err="1"/>
              <a:t>τί</a:t>
            </a:r>
            <a:r>
              <a:rPr lang="en-GB" dirty="0"/>
              <a:t>;</a:t>
            </a:r>
            <a:endParaRPr lang="el-GR" dirty="0"/>
          </a:p>
          <a:p>
            <a:pPr lvl="0">
              <a:buFont typeface="Wingdings" pitchFamily="2" charset="2"/>
              <a:buChar char="ü"/>
            </a:pPr>
            <a:endParaRPr lang="en-GB" dirty="0"/>
          </a:p>
          <a:p>
            <a:r>
              <a:rPr lang="en-GB" b="1" dirty="0" err="1"/>
              <a:t>Χρήσιμες</a:t>
            </a:r>
            <a:r>
              <a:rPr lang="en-GB" b="1" dirty="0"/>
              <a:t> </a:t>
            </a:r>
            <a:r>
              <a:rPr lang="en-GB" b="1" dirty="0" err="1"/>
              <a:t>φράσεις</a:t>
            </a:r>
            <a:r>
              <a:rPr lang="en-GB" b="1" dirty="0"/>
              <a:t>:</a:t>
            </a:r>
            <a:br>
              <a:rPr lang="en-GB" dirty="0"/>
            </a:br>
            <a:r>
              <a:rPr lang="en-GB" i="1" dirty="0" err="1"/>
              <a:t>Είν</a:t>
            </a:r>
            <a:r>
              <a:rPr lang="en-GB" i="1" dirty="0"/>
              <a:t>α</a:t>
            </a:r>
            <a:r>
              <a:rPr lang="en-GB" i="1" dirty="0" err="1"/>
              <a:t>ι</a:t>
            </a:r>
            <a:r>
              <a:rPr lang="en-GB" i="1" dirty="0"/>
              <a:t> α</a:t>
            </a:r>
            <a:r>
              <a:rPr lang="en-GB" i="1" dirty="0" err="1"/>
              <a:t>ρκετά</a:t>
            </a:r>
            <a:r>
              <a:rPr lang="en-GB" i="1" dirty="0"/>
              <a:t> / π</a:t>
            </a:r>
            <a:r>
              <a:rPr lang="en-GB" i="1" dirty="0" err="1"/>
              <a:t>ολύ</a:t>
            </a:r>
            <a:r>
              <a:rPr lang="en-GB" i="1" dirty="0"/>
              <a:t>… • </a:t>
            </a:r>
            <a:r>
              <a:rPr lang="en-GB" i="1" dirty="0" err="1"/>
              <a:t>Έχει</a:t>
            </a:r>
            <a:r>
              <a:rPr lang="en-GB" i="1" dirty="0"/>
              <a:t>… • </a:t>
            </a:r>
            <a:r>
              <a:rPr lang="en-GB" i="1" dirty="0" err="1"/>
              <a:t>Θ</a:t>
            </a:r>
            <a:r>
              <a:rPr lang="en-GB" i="1" dirty="0"/>
              <a:t>α </a:t>
            </a:r>
            <a:r>
              <a:rPr lang="en-GB" i="1" dirty="0" err="1"/>
              <a:t>έλεγ</a:t>
            </a:r>
            <a:r>
              <a:rPr lang="en-GB" i="1" dirty="0"/>
              <a:t>α </a:t>
            </a:r>
            <a:r>
              <a:rPr lang="en-GB" i="1" dirty="0" err="1"/>
              <a:t>ότι</a:t>
            </a:r>
            <a:r>
              <a:rPr lang="en-GB" i="1" dirty="0"/>
              <a:t> </a:t>
            </a:r>
            <a:r>
              <a:rPr lang="en-GB" i="1" dirty="0" err="1"/>
              <a:t>είν</a:t>
            </a:r>
            <a:r>
              <a:rPr lang="en-GB" i="1" dirty="0"/>
              <a:t>α</a:t>
            </a:r>
            <a:r>
              <a:rPr lang="en-GB" i="1" dirty="0" err="1"/>
              <a:t>ι</a:t>
            </a:r>
            <a:r>
              <a:rPr lang="en-GB" i="1" dirty="0"/>
              <a:t>… • </a:t>
            </a:r>
            <a:r>
              <a:rPr lang="en-GB" i="1" dirty="0" err="1"/>
              <a:t>Μερικές</a:t>
            </a:r>
            <a:r>
              <a:rPr lang="en-GB" i="1" dirty="0"/>
              <a:t> </a:t>
            </a:r>
            <a:r>
              <a:rPr lang="en-GB" i="1" dirty="0" err="1"/>
              <a:t>φορές</a:t>
            </a:r>
            <a:r>
              <a:rPr lang="en-GB" i="1" dirty="0"/>
              <a:t> </a:t>
            </a:r>
            <a:r>
              <a:rPr lang="en-GB" i="1" dirty="0" err="1"/>
              <a:t>μ</a:t>
            </a:r>
            <a:r>
              <a:rPr lang="en-GB" i="1" dirty="0"/>
              <a:t>π</a:t>
            </a:r>
            <a:r>
              <a:rPr lang="en-GB" i="1" dirty="0" err="1"/>
              <a:t>ορεί</a:t>
            </a:r>
            <a:r>
              <a:rPr lang="en-GB" i="1" dirty="0"/>
              <a:t> </a:t>
            </a:r>
            <a:r>
              <a:rPr lang="en-GB" i="1" dirty="0" err="1"/>
              <a:t>ν</a:t>
            </a:r>
            <a:r>
              <a:rPr lang="en-GB" i="1" dirty="0"/>
              <a:t>α </a:t>
            </a:r>
            <a:r>
              <a:rPr lang="en-GB" i="1" dirty="0" err="1"/>
              <a:t>είν</a:t>
            </a:r>
            <a:r>
              <a:rPr lang="en-GB" i="1" dirty="0"/>
              <a:t>α</a:t>
            </a:r>
            <a:r>
              <a:rPr lang="en-GB" i="1" dirty="0" err="1"/>
              <a:t>ι</a:t>
            </a:r>
            <a:r>
              <a:rPr lang="en-GB" i="1" dirty="0"/>
              <a:t>… • </a:t>
            </a:r>
            <a:r>
              <a:rPr lang="en-GB" i="1" dirty="0" err="1"/>
              <a:t>Αυτό</a:t>
            </a:r>
            <a:r>
              <a:rPr lang="en-GB" i="1" dirty="0"/>
              <a:t> π</a:t>
            </a:r>
            <a:r>
              <a:rPr lang="en-GB" i="1" dirty="0" err="1"/>
              <a:t>ου</a:t>
            </a:r>
            <a:r>
              <a:rPr lang="en-GB" i="1" dirty="0"/>
              <a:t> </a:t>
            </a:r>
            <a:r>
              <a:rPr lang="en-GB" i="1" dirty="0" err="1"/>
              <a:t>μου</a:t>
            </a:r>
            <a:r>
              <a:rPr lang="en-GB" i="1" dirty="0"/>
              <a:t> α</a:t>
            </a:r>
            <a:r>
              <a:rPr lang="en-GB" i="1" dirty="0" err="1"/>
              <a:t>ρέσει</a:t>
            </a:r>
            <a:r>
              <a:rPr lang="en-GB" i="1" dirty="0"/>
              <a:t> π</a:t>
            </a:r>
            <a:r>
              <a:rPr lang="en-GB" i="1" dirty="0" err="1"/>
              <a:t>ερισσότερο</a:t>
            </a:r>
            <a:r>
              <a:rPr lang="en-GB" i="1" dirty="0"/>
              <a:t> </a:t>
            </a:r>
            <a:r>
              <a:rPr lang="en-GB" i="1" dirty="0" err="1"/>
              <a:t>είν</a:t>
            </a:r>
            <a:r>
              <a:rPr lang="en-GB" i="1" dirty="0"/>
              <a:t>α</a:t>
            </a:r>
            <a:r>
              <a:rPr lang="en-GB" i="1" dirty="0" err="1"/>
              <a:t>ι</a:t>
            </a:r>
            <a:r>
              <a:rPr lang="en-GB" i="1" dirty="0"/>
              <a:t>… • </a:t>
            </a:r>
            <a:r>
              <a:rPr lang="en-GB" i="1" dirty="0" err="1"/>
              <a:t>Γι</a:t>
            </a:r>
            <a:r>
              <a:rPr lang="en-GB" i="1" dirty="0"/>
              <a:t>α πα</a:t>
            </a:r>
            <a:r>
              <a:rPr lang="en-GB" i="1" dirty="0" err="1"/>
              <a:t>ράδειγμ</a:t>
            </a:r>
            <a:r>
              <a:rPr lang="en-GB" i="1" dirty="0"/>
              <a:t>α… • </a:t>
            </a:r>
            <a:r>
              <a:rPr lang="en-GB" i="1" dirty="0" err="1"/>
              <a:t>Π</a:t>
            </a:r>
            <a:r>
              <a:rPr lang="en-GB" i="1" dirty="0"/>
              <a:t>α</a:t>
            </a:r>
            <a:r>
              <a:rPr lang="en-GB" i="1" dirty="0" err="1"/>
              <a:t>ρόλο</a:t>
            </a:r>
            <a:r>
              <a:rPr lang="en-GB" i="1" dirty="0"/>
              <a:t> π</a:t>
            </a:r>
            <a:r>
              <a:rPr lang="en-GB" i="1" dirty="0" err="1"/>
              <a:t>ου</a:t>
            </a:r>
            <a:r>
              <a:rPr lang="en-GB" i="1" dirty="0"/>
              <a:t>… • </a:t>
            </a:r>
            <a:r>
              <a:rPr lang="en-GB" i="1" dirty="0" err="1"/>
              <a:t>Ε</a:t>
            </a:r>
            <a:r>
              <a:rPr lang="en-GB" i="1" dirty="0"/>
              <a:t>π</a:t>
            </a:r>
            <a:r>
              <a:rPr lang="en-GB" i="1" dirty="0" err="1"/>
              <a:t>ειδή</a:t>
            </a:r>
            <a:r>
              <a:rPr lang="en-GB" i="1" dirty="0"/>
              <a:t>…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0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73583</TotalTime>
  <Words>244</Words>
  <Application>Microsoft Macintosh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Wingdings</vt:lpstr>
      <vt:lpstr>Office Theme</vt:lpstr>
      <vt:lpstr>Μάθημα 2 Γεια σας!</vt:lpstr>
      <vt:lpstr>Στόχοι:</vt:lpstr>
      <vt:lpstr>PowerPoint Presentation</vt:lpstr>
      <vt:lpstr>Synonyms- Συνώνυμα</vt:lpstr>
      <vt:lpstr>Antonyms - Αντώνυμα</vt:lpstr>
      <vt:lpstr>PowerPoint Presentation</vt:lpstr>
      <vt:lpstr>PowerPoint Presentation</vt:lpstr>
      <vt:lpstr>Homework </vt:lpstr>
      <vt:lpstr>Σελ. 33  Read the passage and write the nouns in the right category based on gender. </vt:lpstr>
      <vt:lpstr>Σελ.28  Match the words on the left with the words on the right side. Some words can match with more than one word on the right side.</vt:lpstr>
      <vt:lpstr>Writing: Ένα άτομο που ξεχωρίζει για μένα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Γεια σου Ντίνο!</dc:title>
  <dc:creator>Eleanna Damigou</dc:creator>
  <cp:lastModifiedBy>Eleni Damigou (Student)</cp:lastModifiedBy>
  <cp:revision>229</cp:revision>
  <cp:lastPrinted>2026-06-02T15:31:27Z</cp:lastPrinted>
  <dcterms:created xsi:type="dcterms:W3CDTF">2023-08-22T15:48:33Z</dcterms:created>
  <dcterms:modified xsi:type="dcterms:W3CDTF">2026-10-07T09:01:14Z</dcterms:modified>
</cp:coreProperties>
</file>